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5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9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orms.gle/QrtVUQybtYT1Ej8c9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강의소개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10800000" cy="335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 강의는  정부의 예산 및 재무행정 전반에 대한 이론적 기초와 실무적 이해를 동시에 제공하는 것을 목적으로 한다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기본 개념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구조를 이해하고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심의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결산의 전 과정을 분석한다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또한 행정부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입법부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재정당국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중앙부처 및 지방자치단체의 재정운영 구조를 비교 분석함으로써 재무행정의 정치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경제적 맥락과 실천적 과제를 고찰한다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통해 학생들은 재무행정의 주요 원칙과 규범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제도적 맥락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조직별 예산관리 실태에 대한 통합적 시각을 형성할 수 있다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5D45278-EEA9-0F14-0C05-120AA72D1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BC18-D20A-C41C-B6CC-7E7C1D60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00E3A3-347E-2EC6-2522-C278CE92B2A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557CA0-2AC8-F1A4-89C2-9C77885350A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156B29-6D30-8630-EB0C-24F9EB08B8D2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교육목적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AE03D-7E1B-7EF1-198F-7E3960589976}"/>
              </a:ext>
            </a:extLst>
          </p:cNvPr>
          <p:cNvSpPr txBox="1"/>
          <p:nvPr/>
        </p:nvSpPr>
        <p:spPr>
          <a:xfrm>
            <a:off x="1080000" y="1671816"/>
            <a:ext cx="10800000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정부예산의 개념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절차에 대한 이론적 이해를 바탕으로 재무행정의 기초 소양을 함양한다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행정부와 국회의 예산 편성 및 심의 절차를 파악하고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 과정에서의 예산의 역할을 분석할 수 있는 능력을 기른다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중앙정부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재정당국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지방정부 및 각 분야 부처의 예산 운영 특성을 비교함으로써 실무 역량을 강화한다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재정건전성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정부회계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재정정보 등 공공부문의 재무 투명성과 책임성을 이해하고 분석할 수 있도록 한다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예산제도 및 재정관리의 개선을 위한 비판적 사고 및 정책 제안 능력을 배양한다</a:t>
            </a:r>
            <a:r>
              <a:rPr lang="en-US" altLang="ko-KR" sz="20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580F6F-FDE1-4AAE-CAAF-EED9EE248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2C7652-235D-73D0-5748-9284027AA4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EF001D-BF34-BD1B-F756-140CDD32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50FC4-FA54-6BD9-5E19-B4578CF8CE41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718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41824-1C46-15FB-7B10-FA7704B0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E232F54-3BFA-E28B-4187-D44DADD1681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C089C0-6257-FA9C-BAA4-9F8F1992062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7B2A0-8190-108C-26A0-539B773C93ED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학습성과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6FFC85-CCAE-B2D8-B5F4-0D2DF3B1CDDC}"/>
              </a:ext>
            </a:extLst>
          </p:cNvPr>
          <p:cNvSpPr txBox="1"/>
          <p:nvPr/>
        </p:nvSpPr>
        <p:spPr>
          <a:xfrm>
            <a:off x="1080000" y="1671816"/>
            <a:ext cx="108000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정부예산의 기본 개념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원칙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 및 구조를 설명할 수 있다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예산편성과 심의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결산 등 예산 전 과정을 체계적으로 서술하고 분석할 수 있다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행정부와 국회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재정당국의 예산 관련 역할과 상호작용을 설명할 수 있다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중앙부처와 지방정부의 재무행정 운영 특성과 차이를 비교 분석할 수 있다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예산제도의 정치경제적 딜레마 및 제도개선 과제를 비판적으로 논의할 수 있다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D76DC0E-6A9E-491F-8241-9E9255871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43FB26-53FD-37F4-EB66-F1CC7571A2E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2B210F-55DA-DB4E-AEF0-EB8629A3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75912-D7D2-9FAC-CBFE-8CC4FADF63C8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583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3D9AE-349F-712D-42F4-6655769F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88EE9F6-E35C-4BBF-4C8C-8537FC3F1CB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F63496B-E5E9-F341-C4AB-A46B1A16899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444FC-ACBF-4662-546E-9B8BE106D6D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강의 유형과 운영방식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157584-E839-E3D8-4942-9D05DC95194E}"/>
              </a:ext>
            </a:extLst>
          </p:cNvPr>
          <p:cNvSpPr txBox="1"/>
          <p:nvPr/>
        </p:nvSpPr>
        <p:spPr>
          <a:xfrm>
            <a:off x="1080000" y="1671816"/>
            <a:ext cx="1080000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TBL(Team-Based Learning)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학생들을 소그룹으로 나누어 사전 학습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 단위 테스트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팀별 문제 해결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전체 토론을 거치며 학습하는 방식임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팀은 자율적으로 운영되지만 교수가 전체 토론과 학습 과정을 조율하는 특징이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대면강의로 진행하며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추석연휴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사전녹화강의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중간고사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12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KW All Care Week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27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10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29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</a:t>
            </a:r>
            <a:r>
              <a:rPr lang="en-US" altLang="ko-KR" sz="2400" dirty="0">
                <a:solidFill>
                  <a:srgbClr val="FF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녹화강의로 대체 예정임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학술제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8C0D7E-D29C-5929-C1E9-15949FB84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EE1BB6D-F89F-1213-D968-F192D41D708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C0AA33-709D-71A8-4F4E-BF41C769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50E72-DAFD-E404-973C-C95C4D39972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69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C7FA-5424-9384-0745-D6967B737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BC9DACC-28F1-7397-905C-A662660137C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1244E7-E288-E62D-45B8-43446D01038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09380-B2B7-BD71-B4F2-A9F47B43AA5E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수업자료와 과제 안내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9B13CA-D297-7891-8905-A4D140EBCD6C}"/>
              </a:ext>
            </a:extLst>
          </p:cNvPr>
          <p:cNvSpPr txBox="1"/>
          <p:nvPr/>
        </p:nvSpPr>
        <p:spPr>
          <a:xfrm>
            <a:off x="1080000" y="1671816"/>
            <a:ext cx="10800000" cy="3721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수업자료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PPT +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교과서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재무행정 교과서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아무거나 상관은 없지만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교과서마다 다루는 내용이 큰 차이 있음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추천서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윤영진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새재무행정학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7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판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);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유승원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김수희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정부예산과 재정관리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판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보고서 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 제출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(1p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초과 금지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제출 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주전 주제 공지 예정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“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예산제도에 대해 설명하고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문제점과 개선방안에 대해서 논의하시오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유의사항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보고서 작성시 제한없는 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AI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활용이 가능함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272B70A-043F-0E09-8E08-B5D03595E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B3B85C2-7D13-B739-F5FF-4F7B1A67F1D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BDB361-27BF-54B2-43FF-9CCC9FC24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A695D-A84B-E65C-8F3A-813D7DAC5D8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22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9408F-4FE2-A46F-880D-2F15742B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DA728F5-D887-EDC7-6DF4-0DA50ABD4A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A49336-FB63-1820-D088-7C758EE23EB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0B98E8-F395-D4C4-9089-EBD7C16DC42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성적 산정방식과 시험 안내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082A3E-9AEF-7A04-EF28-3BCD4778BBAA}"/>
              </a:ext>
            </a:extLst>
          </p:cNvPr>
          <p:cNvSpPr txBox="1"/>
          <p:nvPr/>
        </p:nvSpPr>
        <p:spPr>
          <a:xfrm>
            <a:off x="1080000" y="1671816"/>
            <a:ext cx="108000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평가기준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출석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(20%),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중간고사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(20%), 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(40%)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보고서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(20%)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평가방법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절대평가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상대평가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중간고사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 보고서 대체 예정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(AI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 가능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대면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시험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오픈북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AI 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활용 가능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서술형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단답형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객관식</a:t>
            </a:r>
            <a:r>
              <a:rPr lang="en-US" altLang="ko-KR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/OX </a:t>
            </a:r>
            <a:r>
              <a:rPr lang="ko-KR" altLang="en-US" sz="2400" b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혼합</a:t>
            </a:r>
            <a:endParaRPr lang="en-US" altLang="ko-KR" sz="2400" b="1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유의사항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기말고사 답안은 이메일로 제출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u="sng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시험시간 엄수 </a:t>
            </a:r>
            <a:r>
              <a:rPr lang="en-US" altLang="ko-KR" sz="2400" b="1" u="sng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u="sng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이메일 도착시간 기준</a:t>
            </a:r>
            <a:r>
              <a:rPr lang="en-US" altLang="ko-KR" sz="2400" b="1" u="sng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endParaRPr lang="en-US" altLang="ko-KR" sz="2400" u="sng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E275599-157B-6700-B2A2-26C464647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F38D265-A2A2-625F-C5B3-4FDDF5BBDB1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D91C7C-4823-6D62-71AD-D6B5084E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00924F-303C-7015-35FD-CDD2D47EDD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109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516D0-6969-BDE4-F992-19A04B9C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B816959-9628-BE40-80A0-1DA491C11DD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53499A-E8EC-619B-F718-93FB5CA1DD4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2147F3-8A5D-A379-A422-FE51A15B0B93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기타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732A9D-BE51-17A3-331F-758D2985E9AA}"/>
              </a:ext>
            </a:extLst>
          </p:cNvPr>
          <p:cNvSpPr txBox="1"/>
          <p:nvPr/>
        </p:nvSpPr>
        <p:spPr>
          <a:xfrm>
            <a:off x="1080000" y="1671816"/>
            <a:ext cx="10800000" cy="246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항상 적극적인 학생 참여를 기대하고 또 기대함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수업시간 가급적 노트북을 지참하고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한글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워드 프로그램 활용을 장려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수업 관련 질문 또는 상담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환영 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이메일 또는 카톡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수강생 예비조사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hlinkClick r:id="rId2"/>
              </a:rPr>
              <a:t>https://forms.gle/QrtVUQybtYT1Ej8c9</a:t>
            </a:r>
            <a:endParaRPr lang="en-US" altLang="ko-KR" sz="240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670D87-171C-A652-4CA0-7541B9D94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9C6BCB4-7998-D2B5-89B7-46E6D9AC8A0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CDF24F-0588-FFB6-25CF-5E1B708E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769A6-C646-A402-5CBD-65650AEA9DC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056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562</Words>
  <Application>Microsoft Office PowerPoint</Application>
  <PresentationFormat>와이드스크린</PresentationFormat>
  <Paragraphs>59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29</cp:revision>
  <dcterms:created xsi:type="dcterms:W3CDTF">2025-03-10T02:54:00Z</dcterms:created>
  <dcterms:modified xsi:type="dcterms:W3CDTF">2025-09-01T05:29:06Z</dcterms:modified>
</cp:coreProperties>
</file>